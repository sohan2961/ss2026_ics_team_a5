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Petrona Thin"/>
      <p:regular r:id="rId201323"/>
    </p:embeddedFont>
    <p:embeddedFont>
      <p:font typeface="Petrona ExtraLight"/>
      <p:regular r:id="rId201324"/>
    </p:embeddedFont>
    <p:embeddedFont>
      <p:font typeface="Petrona Light"/>
      <p:regular r:id="rId201325"/>
    </p:embeddedFont>
    <p:embeddedFont>
      <p:font typeface="Petrona"/>
      <p:regular r:id="rId201326"/>
    </p:embeddedFont>
    <p:embeddedFont>
      <p:font typeface="Petrona Medium"/>
      <p:regular r:id="rId201327"/>
    </p:embeddedFont>
    <p:embeddedFont>
      <p:font typeface="Petrona SemiBold"/>
      <p:regular r:id="rId201328"/>
    </p:embeddedFont>
    <p:embeddedFont>
      <p:font typeface="Petrona Bold"/>
      <p:regular r:id="rId201329"/>
    </p:embeddedFont>
    <p:embeddedFont>
      <p:font typeface="Petrona ExtraBold"/>
      <p:regular r:id="rId201330"/>
    </p:embeddedFont>
    <p:embeddedFont>
      <p:font typeface="Petrona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313" y="355476"/>
            <a:ext cx="3324299" cy="44324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65596"/>
            <a:ext cx="4722763" cy="719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Computing in Industrial Communication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96119" y="1217637"/>
            <a:ext cx="4722763" cy="617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computing processes data near where it is created — at machines, sensors, and cameras — instead of sending everything to a far cloud server. Only important results are sent to the cloud. This makes response times very fast, which is critical for factories and industrial systems.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96119" y="1934617"/>
            <a:ext cx="4722763" cy="760437"/>
          </a:xfrm>
          <a:prstGeom prst="roundRect">
            <a:avLst>
              <a:gd name="adj" fmla="val 5781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507" y="2044005"/>
            <a:ext cx="1439094" cy="17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Low Latency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507" y="2276847"/>
            <a:ext cx="4503986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is processed locally, so systems can react in milliseconds. Cloud systems can take over 500 ms.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96119" y="2783309"/>
            <a:ext cx="4722763" cy="606028"/>
          </a:xfrm>
          <a:prstGeom prst="roundRect">
            <a:avLst>
              <a:gd name="adj" fmla="val 7254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507" y="2892698"/>
            <a:ext cx="1439094" cy="17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Reduced Bandwidth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5507" y="3125539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filtered, useful data is sent to the cloud. Raw data stays local.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6119" y="3477592"/>
            <a:ext cx="4722763" cy="606028"/>
          </a:xfrm>
          <a:prstGeom prst="roundRect">
            <a:avLst>
              <a:gd name="adj" fmla="val 7254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507" y="3586981"/>
            <a:ext cx="1439094" cy="17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5507" y="3819823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cloud connection drops, the edge system keeps working on its own.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96119" y="4171876"/>
            <a:ext cx="4722763" cy="606028"/>
          </a:xfrm>
          <a:prstGeom prst="roundRect">
            <a:avLst>
              <a:gd name="adj" fmla="val 7254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507" y="4281264"/>
            <a:ext cx="1439094" cy="179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Privacy &amp; Security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5507" y="4514106"/>
            <a:ext cx="4503986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Sensitive data never leaves the factory. It is processed and stored locally.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79363"/>
            <a:ext cx="4625727" cy="353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Architecture of Edge Computing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1643" y="902568"/>
            <a:ext cx="8100640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architecture works like a chain — starting from physical machines at the bottom and ending at the remote cloud at the top. Each layer has a specific job. Data is processed at the right place and speed.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394296"/>
            <a:ext cx="2062162" cy="141922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52565" y="1394296"/>
            <a:ext cx="2351782" cy="13965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26694" y="1511275"/>
            <a:ext cx="14124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Layer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026694" y="1772841"/>
            <a:ext cx="2060674" cy="901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Collects raw data from machines and processes it locally — nothing needs to go to a remote server. Also acts as a translator between different protocols like MODBUS and OPC-UA. Can run AI to detect problems in real time.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5115" y="1394296"/>
            <a:ext cx="2351856" cy="13965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9244" y="1511275"/>
            <a:ext cx="14124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Fog Layer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449244" y="1772841"/>
            <a:ext cx="2060749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Sits between the edge and the cloud. Buffers and short-term stores data from edge gateways so the cloud connection does not get overloaded.</a:t>
            </a:r>
            <a:endParaRPr lang="en-US" sz="8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2565" y="2875880"/>
            <a:ext cx="2351782" cy="12463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26694" y="2992859"/>
            <a:ext cx="14124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Layer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026694" y="3254425"/>
            <a:ext cx="2060674" cy="750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tasks that are not time-critical: long-term storage, retraining AI models, ERP/MES reporting, and global monitoring. Only receives pre-filtered data.</a:t>
            </a:r>
            <a:endParaRPr lang="en-US" sz="8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75115" y="2875880"/>
            <a:ext cx="2351856" cy="12463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49244" y="2992859"/>
            <a:ext cx="141245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Gateway Server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449244" y="3254425"/>
            <a:ext cx="2060749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Acts as the entry point to the industrial edge network. Translates protocols, filters raw data, and secures traffic between the factory and outside networks.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521643" y="4313634"/>
            <a:ext cx="8100640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Components: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Devices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(sensors, cameras, PLCs, IoT modules) collect raw data.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Nodes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(routers and switches) process data locally and decide what goes to the cloud.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Data Centers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small local data centers near the factory.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Analytics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AI/ML on edge nodes to detect faults in real time. </a:t>
            </a:r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industrial Ethernet, 5G, or private wireless networks.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6254"/>
            <a:ext cx="7035850" cy="426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Edge vs. Cloud: Comparison &amp; Test Results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342206"/>
            <a:ext cx="2162770" cy="213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Comparison Table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741438"/>
            <a:ext cx="8151763" cy="2535808"/>
          </a:xfrm>
          <a:prstGeom prst="roundRect">
            <a:avLst>
              <a:gd name="adj" fmla="val 205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004" y="1825377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393356" y="1825377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Computing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080224" y="1825377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Edge Computing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5004" y="2186955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Processing location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93356" y="218695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cloud server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80224" y="218695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 the device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004" y="2548533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393356" y="2548533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80224" y="2548533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5004" y="2910111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Bandwidth use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93356" y="2910111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data sent to cloud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80224" y="2910111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data sent to cloud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3271689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capacity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93356" y="3271689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high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80224" y="3271689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5004" y="3633267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operation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93356" y="3633267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80224" y="3633267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5004" y="3994845"/>
            <a:ext cx="297760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use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93356" y="399484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data storage &amp; analysis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80224" y="3994845"/>
            <a:ext cx="28961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applications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2026-06-23T01:23:57Z</dcterms:created>
  <dcterms:modified xsi:type="dcterms:W3CDTF">2026-06-23T01:23:57Z</dcterms:modified>
</cp:coreProperties>
</file>