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Edge Computing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Paderborn
Home Wi-Fi</c:v>
                  </c:pt>
                  <c:pt idx="1">
                    <c:v>HSHL Central
Wi-Fi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</c:v>
                </c:pt>
                <c:pt idx="1">
                  <c:v>422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 Computing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Paderborn
Home Wi-Fi</c:v>
                  </c:pt>
                  <c:pt idx="1">
                    <c:v>HSHL Central
Wi-Fi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510</c:v>
                </c:pt>
                <c:pt idx="1">
                  <c:v>2170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8FA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A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E8FAA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E8FAA"/>
                    </a:solidFill>
                    <a:latin typeface="Arial"/>
                  </a:rPr>
                  <a:t>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8F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0F7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— introduce the paper and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six sections of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computing moves computation to the network edge — next to factories, hospitals, and vehicles.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insight: latency-sensitive tasks (millisecond control) happen at the edge; long-horizon tasks (analytics, training) happen in the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benefits make edge computing indispensable for industrial real-time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and cloud are complementary, not competing. The hybrid model uses each for what it does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computing is now deployed across virtually every sector where timely local decisions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experiment used a Flask server on an Ubuntu 22.04 laptop as the edge node and httpbin.org as the cloud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home, edge is 5.4× faster; under HSHL shared WiFi, edge is still 5.1× faster than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Cloud-only processing cannot handle any of these scenarios — latency is simply too high for real-time safety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challenges are real but solvable — dedicated private networks, hardware security modules, and centralised device management platforms address most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up: edge + cloud is complementary. Key stat: 5.1–5.4× speed advantage confirmed in real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9144000" cy="8458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1440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Industrial Communication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25146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data at the source — faster, smarter, more resilient.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Barua · Rahman · Kapil · Chowdhury</a:t>
            </a:r>
            <a:pPr indent="0" marL="0">
              <a:buNone/>
            </a:pPr>
            <a:r>
              <a:rPr lang="en-US" sz="1100" dirty="0">
                <a:solidFill>
                  <a:srgbClr val="6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Electronic Engineering · HSHL Lippstadt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114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43000"/>
            <a:ext cx="502920" cy="105156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4300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600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edge computing &amp; why it matters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114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377440"/>
            <a:ext cx="502920" cy="105156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7744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4688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8346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Four-layer model: Cloud → Fog → Edge → Devices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4114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611880"/>
            <a:ext cx="502920" cy="105156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61188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3703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0690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· Bandwidth · Privacy · Reliability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92040" y="1143000"/>
            <a:ext cx="4114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92040" y="1143000"/>
            <a:ext cx="502920" cy="105156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14300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0" y="1600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· Automotive · Healthcare · Industry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92040" y="2377440"/>
            <a:ext cx="4114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2377440"/>
            <a:ext cx="502920" cy="105156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237744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0" y="24688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 Experiment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28346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vs. Cloud — real measurements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2040" y="3611880"/>
            <a:ext cx="4114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92040" y="3611880"/>
            <a:ext cx="502920" cy="105156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361188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0" y="3703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Conclusion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0" y="40690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future outlook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Edge Computing?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Closer to the source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2893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happens at local gateways or edge servers — not distant cloud data centers.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130552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130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9476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Three-tier architecture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2768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devices at the bottom, edge nodes in the middle, cloud at the top.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3118104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93522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Millisecond decisions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2644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can't wait: robotic arms, conveyor belts and safety systems need sub-millisecond responses.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4105656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105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39227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Resilient by design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2519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systems operate independently even when the cloud connection is lost.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914400"/>
            <a:ext cx="3017520" cy="3749040"/>
          </a:xfrm>
          <a:prstGeom prst="roundRect">
            <a:avLst>
              <a:gd name="adj" fmla="val 3636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097280"/>
            <a:ext cx="777240" cy="7772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852160" y="2011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897880" y="24688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D5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IoT devices generate data that can no longer be efficiently routed to distant cloud servers.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852160" y="34290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500 ms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5852160" y="39319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cloud round-trip in industry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Four-Layer 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B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has a defined role — speed-sensitive tasks stay close to the machines.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Cloud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storage · Model retraining · ERP/MES reporting · Global monitoring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80560" y="2011680"/>
            <a:ext cx="0" cy="9144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148840"/>
            <a:ext cx="7863840" cy="749808"/>
          </a:xfrm>
          <a:prstGeom prst="roundRect">
            <a:avLst>
              <a:gd name="adj" fmla="val 975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945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🌫  Fog Layer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5146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between edge and cloud · Short-term aggregation · Prevents cloud overload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0560" y="2926080"/>
            <a:ext cx="0" cy="9144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7315200" cy="749808"/>
          </a:xfrm>
          <a:prstGeom prst="roundRect">
            <a:avLst>
              <a:gd name="adj" fmla="val 9756"/>
            </a:avLst>
          </a:prstGeom>
          <a:solidFill>
            <a:srgbClr val="02A882"/>
          </a:solidFill>
          <a:ln w="12700">
            <a:solidFill>
              <a:srgbClr val="02A8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Edge Layer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342900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ML/AI analytics · Protocol translation (MODBUS ↔ OPC-UA) · Anomaly detection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80560" y="3840480"/>
            <a:ext cx="0" cy="9144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3977640"/>
            <a:ext cx="6766560" cy="749808"/>
          </a:xfrm>
          <a:prstGeom prst="roundRect">
            <a:avLst>
              <a:gd name="adj" fmla="val 9756"/>
            </a:avLst>
          </a:prstGeom>
          <a:solidFill>
            <a:srgbClr val="026C54"/>
          </a:solidFill>
          <a:ln w="12700">
            <a:solidFill>
              <a:srgbClr val="026C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25880" y="4023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Field Devices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43434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· PLCs · Cameras · Robots · IoT modules — raw data sources on the factory floor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Benefits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9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12648" y="1207008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6187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07592" y="12344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Latency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2648" y="18745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near the source cuts response times to milliseconds — essential for autonomous vehicles, robotics, and emergency healthcare.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846320" y="100584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9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047488" y="1207008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26187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42432" y="12344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Reduced Bandwidth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047488" y="18745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key results (alarms, status updates) travel to the cloud. Raw data stays local, saving network capacity.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11480" y="301752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9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12648" y="3218688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7355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07592" y="3246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Privacy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12648" y="3886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(e.g. patient records) stays on-premise. Only necessary summaries reach the cloud.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46320" y="301752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9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047488" y="3218688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352" y="327355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742432" y="3246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Reliability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047488" y="3886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systems continue operating when cloud connectivity is poor or lost — critical for remote factories.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vs. Edge Computing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971800" y="960120"/>
            <a:ext cx="2788920" cy="502920"/>
          </a:xfrm>
          <a:prstGeom prst="roundRect">
            <a:avLst>
              <a:gd name="adj" fmla="val 1272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71800" y="9601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0" y="960120"/>
            <a:ext cx="2788920" cy="502920"/>
          </a:xfrm>
          <a:prstGeom prst="roundRect">
            <a:avLst>
              <a:gd name="adj" fmla="val 1272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0" y="9601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8412480" cy="530352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Location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71800" y="15544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cloud servers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0" y="15544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device/user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031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971800" y="210312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(≥ 500 ms)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5040" y="210312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(&lt; 100 ms local)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651760"/>
            <a:ext cx="8412480" cy="530352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5176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Use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971800" y="265176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all data to cloud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35040" y="265176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only summaries sent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2004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2004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Capacity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971800" y="320040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(unlimited)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35040" y="320040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(local storage)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749040"/>
            <a:ext cx="8412480" cy="530352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74904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71800" y="374904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internet connection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35040" y="374904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2976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29768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Use Case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971800" y="42976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· ML training · ERP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035040" y="42976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control · Safety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Areas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170432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of Things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65760" y="21214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homes, factories &amp; agriculture process sensor data locally for instant reactions.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2148840" y="100584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912" y="1170432"/>
            <a:ext cx="512064" cy="5120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148840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Vehicles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2148840" y="21214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and LIDAR data processed on-vehicle — cloud round-trips are too slow for safety.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3931920" y="100584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170432"/>
            <a:ext cx="512064" cy="51206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931920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3931920" y="21214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 and patient monitors trigger local emergency alerts within milliseconds.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261872" y="283464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7944" y="2999232"/>
            <a:ext cx="512064" cy="51206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61872" y="35844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Automation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1261872" y="39502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detection, quality control, and real-time machine monitoring on the factory floor.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3044952" y="283464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1024" y="2999232"/>
            <a:ext cx="512064" cy="51206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044952" y="35844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Cities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3044952" y="39502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sensors and cameras analysed locally to reduce congestion and improve safety.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5120640" y="96012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031E30"/>
          </a:solidFill>
          <a:ln w="12700">
            <a:solidFill>
              <a:srgbClr val="1A4F70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5212080" y="1097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257800" y="160020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domain, the unifying theme is the same: decisions that matter happen in real time, and real time means milliseconds — not the 500 ms+ of a cloud round-trip.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 bridges the gap between raw sensor data and timely, local intelligence.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 Experiment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measurement — not an estimate — using two common network environments.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023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34440"/>
            <a:ext cx="4023360" cy="411480"/>
          </a:xfrm>
          <a:prstGeom prst="roundRect">
            <a:avLst>
              <a:gd name="adj" fmla="val 22222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Edge Computing Test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  →  Home Wi-Fi  →  Ubuntu Laptop (Flask)  →  Mobile Phone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Flask server at 192.168.178.78:5000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round-trip measured end-to-end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234440"/>
            <a:ext cx="4023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234440"/>
            <a:ext cx="4023360" cy="411480"/>
          </a:xfrm>
          <a:prstGeom prst="roundRect">
            <a:avLst>
              <a:gd name="adj" fmla="val 22222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Cloud Computing Test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  →  Internet  →  Remote Cloud Server  →  Mobile Phone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0" y="2286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-w "%{time_total}" https://httpbin.org/get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round-trip measured end-to-end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8412480" cy="1600200"/>
          </a:xfrm>
          <a:prstGeom prst="roundRect">
            <a:avLst>
              <a:gd name="adj" fmla="val 5714"/>
            </a:avLst>
          </a:prstGeom>
          <a:solidFill>
            <a:srgbClr val="E4F2F8"/>
          </a:solidFill>
          <a:ln w="12700">
            <a:solidFill>
              <a:srgbClr val="B8D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91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Network Environments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Paderborn Home Wi-Fi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399592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Private, stable, low contention — closest to ideal industrial private network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HSHL Central Wi-Fi (Lippstadt)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399592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university network — simulates a busy factory floor environment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686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989320" y="914400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021B2E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035040" y="10058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5.4×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03504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(home Wi-Fi)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35040" y="1856232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ms vs 510 ms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89320" y="2286000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021B2E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0" y="23774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5.1×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035040" y="29443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(HSHL Wi-Fi)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035040" y="3227832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 ms vs 2170 ms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89320" y="3767328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E4F2F8"/>
          </a:solidFill>
          <a:ln w="12700">
            <a:solidFill>
              <a:srgbClr val="B8D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38313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Key Takeaway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035040" y="415137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is faster even on congested networks — the gap only widens under load.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Use Cases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12471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3000" y="112471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PCB &amp; SMT Assembly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1618488"/>
            <a:ext cx="3730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inspection detects misplaced components, missing solder, or bad orientation. The edge system rejects the board instantly — before bad units continue down the line.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800600" y="96012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12471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77840" y="112471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CNC Machining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01768" y="1618488"/>
            <a:ext cx="3730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temperature, and current sensors feed into an edge node that predicts tool wear before breakage, alerting operators to swap tools proactively.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97180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313639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143000" y="31363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Automotive Welding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3630168"/>
            <a:ext cx="3730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weld's current, voltage, and timing are compared against quality limits in real time. Defective welds are flagged and the robot halted within milliseconds.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00600" y="297180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27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37760" y="313639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577840" y="31363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 Filling Lines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01768" y="3630168"/>
            <a:ext cx="3730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check fill level, weight, label position, and packaging integrity. Under-filled or contaminated units are removed before final packaging.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Limitations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207008"/>
            <a:ext cx="566928" cy="566928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26187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23444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Risks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18745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devices are distributed across many sites, making centralised protection difficult. A compromised device can impact the whole system.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800600" y="100584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001768" y="1207008"/>
            <a:ext cx="566928" cy="566928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26187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96712" y="123444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Resources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001768" y="18745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hardware has less compute, memory, and storage than cloud servers. Applications must be carefully optimised.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65760" y="301752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66928" y="3218688"/>
            <a:ext cx="566928" cy="566928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27355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61872" y="324612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Complexity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" y="3886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software updates, monitoring, and fault detection across hundreds of edge nodes is a significant operational challenge.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00600" y="301752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001768" y="3218688"/>
            <a:ext cx="566928" cy="566928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27355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696712" y="324612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Consistency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5001768" y="3886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data at multiple sites makes it harder to maintain a single consistent view between edge and cloud systems.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 is a key technology for modern distributed systems — not a replacement for the cloud, but a complement.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08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handles latency-sensitive local tasks (fault detection, safety response, quality control).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214884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03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handles large-scale storage, model training, and long-term analytics.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274320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974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 confirm edge processing is 5.1–5.4× faster across all network conditions tested.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1480" y="333756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291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edge–cloud architecture is the practical solution for Industry 4.0.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409651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·  Questions welcome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B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Barua · Rahman · Kapil · Chowdhury  |  HSHL Lippstadt  |  Electronic Engineering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Computing in Industrial Communication</dc:title>
  <dc:subject>PptxGenJS Presentation</dc:subject>
  <dc:creator>PptxGenJS</dc:creator>
  <cp:lastModifiedBy>PptxGenJS</cp:lastModifiedBy>
  <cp:revision>1</cp:revision>
  <dcterms:created xsi:type="dcterms:W3CDTF">2026-06-22T22:25:08Z</dcterms:created>
  <dcterms:modified xsi:type="dcterms:W3CDTF">2026-06-22T22:25:08Z</dcterms:modified>
</cp:coreProperties>
</file>